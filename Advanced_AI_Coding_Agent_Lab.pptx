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cdcc18e61c4b41" /><Relationship Type="http://schemas.openxmlformats.org/officeDocument/2006/relationships/extended-properties" Target="/docProps/app.xml" Id="Rb4c9b699e6d54e2d" /><Relationship Type="http://schemas.openxmlformats.org/officeDocument/2006/relationships/officeDocument" Target="/ppt/presentation.xml" Id="R56d879d106c14a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b37f690fe4148"/>
  </p:sldMasterIdLst>
  <p:notesMasterIdLst>
    <p:notesMasterId xmlns:r="http://schemas.openxmlformats.org/officeDocument/2006/relationships" r:id="Rfa296694222a49cd"/>
  </p:notesMasterIdLst>
  <p:sldIdLst>
    <p:sldId xmlns:r="http://schemas.openxmlformats.org/officeDocument/2006/relationships" id="256" r:id="Rc70ceeb879634ea4"/>
    <p:sldId xmlns:r="http://schemas.openxmlformats.org/officeDocument/2006/relationships" id="257" r:id="R4d0f9991a0974aee"/>
    <p:sldId xmlns:r="http://schemas.openxmlformats.org/officeDocument/2006/relationships" id="258" r:id="R2bddd0b7ef3e4399"/>
    <p:sldId xmlns:r="http://schemas.openxmlformats.org/officeDocument/2006/relationships" id="259" r:id="R072316f2632348b4"/>
    <p:sldId xmlns:r="http://schemas.openxmlformats.org/officeDocument/2006/relationships" id="260" r:id="R1dd61f9314fe444e"/>
    <p:sldId xmlns:r="http://schemas.openxmlformats.org/officeDocument/2006/relationships" id="261" r:id="Re11a3bd3cc134ceb"/>
    <p:sldId xmlns:r="http://schemas.openxmlformats.org/officeDocument/2006/relationships" id="262" r:id="R78a5d9078a504365"/>
    <p:sldId xmlns:r="http://schemas.openxmlformats.org/officeDocument/2006/relationships" id="263" r:id="R8c0cfc587ded454a"/>
    <p:sldId xmlns:r="http://schemas.openxmlformats.org/officeDocument/2006/relationships" id="264" r:id="R1842f99dca874bc3"/>
    <p:sldId xmlns:r="http://schemas.openxmlformats.org/officeDocument/2006/relationships" id="265" r:id="Ra73a65154e5f48a6"/>
    <p:sldId xmlns:r="http://schemas.openxmlformats.org/officeDocument/2006/relationships" id="266" r:id="Rba1b5d713bfb4479"/>
    <p:sldId xmlns:r="http://schemas.openxmlformats.org/officeDocument/2006/relationships" id="267" r:id="R676673c3ab4f4ff8"/>
    <p:sldId xmlns:r="http://schemas.openxmlformats.org/officeDocument/2006/relationships" id="268" r:id="R3ad2964a586f44d6"/>
    <p:sldId xmlns:r="http://schemas.openxmlformats.org/officeDocument/2006/relationships" id="269" r:id="R2de2df6b16124a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76094ac8a457a" /><Relationship Type="http://schemas.openxmlformats.org/officeDocument/2006/relationships/slideMaster" Target="/ppt/slideMasters/slideMaster1.xml" Id="R2fcb37f690fe4148" /><Relationship Type="http://schemas.openxmlformats.org/officeDocument/2006/relationships/notesMaster" Target="/ppt/notesMasters/notesMaster1.xml" Id="Rfa296694222a49cd" /><Relationship Type="http://schemas.openxmlformats.org/officeDocument/2006/relationships/presProps" Target="/ppt/presProps.xml" Id="Re00558466ce946ef" /><Relationship Type="http://schemas.openxmlformats.org/officeDocument/2006/relationships/tableStyles" Target="/ppt/tableStyles.xml" Id="Rfccb11b471b449d4" /><Relationship Type="http://schemas.openxmlformats.org/officeDocument/2006/relationships/slide" Target="/ppt/slides/slide1.xml" Id="Rc70ceeb879634ea4" /><Relationship Type="http://schemas.openxmlformats.org/officeDocument/2006/relationships/slide" Target="/ppt/slides/slide2.xml" Id="R4d0f9991a0974aee" /><Relationship Type="http://schemas.openxmlformats.org/officeDocument/2006/relationships/slide" Target="/ppt/slides/slide3.xml" Id="R2bddd0b7ef3e4399" /><Relationship Type="http://schemas.openxmlformats.org/officeDocument/2006/relationships/slide" Target="/ppt/slides/slide4.xml" Id="R072316f2632348b4" /><Relationship Type="http://schemas.openxmlformats.org/officeDocument/2006/relationships/slide" Target="/ppt/slides/slide5.xml" Id="R1dd61f9314fe444e" /><Relationship Type="http://schemas.openxmlformats.org/officeDocument/2006/relationships/slide" Target="/ppt/slides/slide6.xml" Id="Re11a3bd3cc134ceb" /><Relationship Type="http://schemas.openxmlformats.org/officeDocument/2006/relationships/slide" Target="/ppt/slides/slide7.xml" Id="R78a5d9078a504365" /><Relationship Type="http://schemas.openxmlformats.org/officeDocument/2006/relationships/slide" Target="/ppt/slides/slide8.xml" Id="R8c0cfc587ded454a" /><Relationship Type="http://schemas.openxmlformats.org/officeDocument/2006/relationships/slide" Target="/ppt/slides/slide9.xml" Id="R1842f99dca874bc3" /><Relationship Type="http://schemas.openxmlformats.org/officeDocument/2006/relationships/slide" Target="/ppt/slides/slide10.xml" Id="Ra73a65154e5f48a6" /><Relationship Type="http://schemas.openxmlformats.org/officeDocument/2006/relationships/slide" Target="/ppt/slides/slide11.xml" Id="Rba1b5d713bfb4479" /><Relationship Type="http://schemas.openxmlformats.org/officeDocument/2006/relationships/slide" Target="/ppt/slides/slide12.xml" Id="R676673c3ab4f4ff8" /><Relationship Type="http://schemas.openxmlformats.org/officeDocument/2006/relationships/slide" Target="/ppt/slides/slide13.xml" Id="R3ad2964a586f44d6" /><Relationship Type="http://schemas.openxmlformats.org/officeDocument/2006/relationships/slide" Target="/ppt/slides/slide14.xml" Id="R2de2df6b16124a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aa04815ff745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51e1f4be64231" /><Relationship Type="http://schemas.openxmlformats.org/officeDocument/2006/relationships/notesMaster" Target="/ppt/notesMasters/notesMaster1.xml" Id="Rc2404cd7ae5846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aa2e934184312" /><Relationship Type="http://schemas.openxmlformats.org/officeDocument/2006/relationships/notesMaster" Target="/ppt/notesMasters/notesMaster1.xml" Id="Rf796b3f0317647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184d70c42d46e3" /><Relationship Type="http://schemas.openxmlformats.org/officeDocument/2006/relationships/notesMaster" Target="/ppt/notesMasters/notesMaster1.xml" Id="R216cfb91b93344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3a769c54db42e8" /><Relationship Type="http://schemas.openxmlformats.org/officeDocument/2006/relationships/notesMaster" Target="/ppt/notesMasters/notesMaster1.xml" Id="R35b2a3035dee49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653569eadd4e62" /><Relationship Type="http://schemas.openxmlformats.org/officeDocument/2006/relationships/notesMaster" Target="/ppt/notesMasters/notesMaster1.xml" Id="Rf5e7fdc7cd1749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062af5dd9f4450" /><Relationship Type="http://schemas.openxmlformats.org/officeDocument/2006/relationships/notesMaster" Target="/ppt/notesMasters/notesMaster1.xml" Id="R3edfe46759c44f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92d6ded1b14d1f" /><Relationship Type="http://schemas.openxmlformats.org/officeDocument/2006/relationships/notesMaster" Target="/ppt/notesMasters/notesMaster1.xml" Id="Rcf2ec9b1514f42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1f175431c04cf5" /><Relationship Type="http://schemas.openxmlformats.org/officeDocument/2006/relationships/notesMaster" Target="/ppt/notesMasters/notesMaster1.xml" Id="R428a6ca0d64e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01892a6d254c48" /><Relationship Type="http://schemas.openxmlformats.org/officeDocument/2006/relationships/notesMaster" Target="/ppt/notesMasters/notesMaster1.xml" Id="Rf9c3139723b74a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6f0ce79b2b44c5" /><Relationship Type="http://schemas.openxmlformats.org/officeDocument/2006/relationships/notesMaster" Target="/ppt/notesMasters/notesMaster1.xml" Id="R7ade7bbebcdd4f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38c7113574247db" /><Relationship Type="http://schemas.openxmlformats.org/officeDocument/2006/relationships/notesMaster" Target="/ppt/notesMasters/notesMaster1.xml" Id="R2d08cc8a952743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0d1f21f2bf4d69" /><Relationship Type="http://schemas.openxmlformats.org/officeDocument/2006/relationships/notesMaster" Target="/ppt/notesMasters/notesMaster1.xml" Id="Rd7f63956d28c40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7ea8101ff14ca2" /><Relationship Type="http://schemas.openxmlformats.org/officeDocument/2006/relationships/notesMaster" Target="/ppt/notesMasters/notesMaster1.xml" Id="Ra4ec9df7d2c640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3c72df8e3f4789" /><Relationship Type="http://schemas.openxmlformats.org/officeDocument/2006/relationships/notesMaster" Target="/ppt/notesMasters/notesMaster1.xml" Id="Rde47844b9d2440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 by setting the expectation: this is not a prompting contest. The output is working software plus evidence that the team understood and challenged what the AI produced.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for a show of hands: who has accepted AI-generated code because the demo worked once? Use that tension to frame the lab around control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Point participants to README.md, not to individual source files. Their first job is discovering the architecture. Confirm the baseline checks pass before teams begin.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clock visible. At minute 45, stop feature work and begin debugging even if some teams are incomplete. The constraint is part of the exercise.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accept a tour that only lists filenames. Ask teams to explain which component owns state and where domain validation lives. Require cited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Before allowing edits, check that each team has made a default-priority decision and identified a persistence failure mode. A list of files without tradeoffs is not a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Part of 25-minute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Encourage a thin vertical slice before styling. If teams disagree about overdue semantics, require them to document the chosen definition and test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Part of 25-minute build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Level 2 is stretch work if time is short. Local storage is acceptable, but teams must still define corruption and migration behavior. Avoid letting hosted setup consume the whole lab.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Teams may use any AI coding tool. The process requirement is role separation. A second tab with copied reasoning is weaker than a reviewer receiving only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Use throughout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this slide visible during implementation. Randomly ask a teammate—not only the person driving—to answer one question about a major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Apply facilitator/duplicate-id-bug.patch before showing this slide. The injected generator uses tasks.length + 1. After deletion, IDs can be reused; duplicate IDs cause React key confusion and ID-based deletion removes both matching records. Reveal hints only as needed: inspect state after each operation; compare identity with list size; try delete → create → delete. Require a regression test before the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fresh AI context. Teams should write dispositions in LAB_NOTES.md. A confident review with no cited lines is not enough.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 review + 10–15 minutes demos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the human review, ask teams to ignore both AI sessions for ten minutes. For demos, cut setup narration quickly: feature, failure, engineering judgment.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5–10 minutes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each team 60 seconds. Reward the most subtle, convincing failure and the strongest detection method. Close by reinforcing the permanent split: beginners build with AI; advanced participants control, evaluate, and orchestrate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workshop brief and local Taskroom codebase;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65b3fbfa447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da22de33c4f65" /><Relationship Type="http://schemas.openxmlformats.org/officeDocument/2006/relationships/slideLayout" Target="/ppt/slideLayouts/slideLayout1.xml" Id="Ree81ee3bcf5e4d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81ee3bcf5e4d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abc604c71405a" /><Relationship Type="http://schemas.openxmlformats.org/officeDocument/2006/relationships/notesSlide" Target="/ppt/notesSlides/notesSlide1.xml" Id="R62d6d6a5de1142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d17b09b044e37" /><Relationship Type="http://schemas.openxmlformats.org/officeDocument/2006/relationships/notesSlide" Target="/ppt/notesSlides/notesSlide2.xml" Id="Reae9ce60f2b94e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2c2ad9d794078" /><Relationship Type="http://schemas.openxmlformats.org/officeDocument/2006/relationships/image" Target="/ppt/media/image.jpeg" Id="R60d64c60eeef415e" /><Relationship Type="http://schemas.openxmlformats.org/officeDocument/2006/relationships/notesSlide" Target="/ppt/notesSlides/notesSlide3.xml" Id="R2849aec6091d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eec35b8fe4cb9" /><Relationship Type="http://schemas.openxmlformats.org/officeDocument/2006/relationships/notesSlide" Target="/ppt/notesSlides/notesSlide4.xml" Id="R4bc75d8d2fe9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936c5d7684aed" /><Relationship Type="http://schemas.openxmlformats.org/officeDocument/2006/relationships/notesSlide" Target="/ppt/notesSlides/notesSlide5.xml" Id="Rce1a6cd138bd43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99f1369224609" /><Relationship Type="http://schemas.openxmlformats.org/officeDocument/2006/relationships/notesSlide" Target="/ppt/notesSlides/notesSlide6.xml" Id="Rbc7df6b134d141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9ab318cfa4e4d" /><Relationship Type="http://schemas.openxmlformats.org/officeDocument/2006/relationships/notesSlide" Target="/ppt/notesSlides/notesSlide7.xml" Id="Rc7721ee0018547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05c328e444104" /><Relationship Type="http://schemas.openxmlformats.org/officeDocument/2006/relationships/notesSlide" Target="/ppt/notesSlides/notesSlide8.xml" Id="Rea68aa3290184e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9d63f3a8e46d6" /><Relationship Type="http://schemas.openxmlformats.org/officeDocument/2006/relationships/notesSlide" Target="/ppt/notesSlides/notesSlide9.xml" Id="R467d645f8fac46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0c132229f4ecf" /><Relationship Type="http://schemas.openxmlformats.org/officeDocument/2006/relationships/notesSlide" Target="/ppt/notesSlides/notesSlide10.xml" Id="R6a5266a8f75d47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cbfb446794b3b" /><Relationship Type="http://schemas.openxmlformats.org/officeDocument/2006/relationships/notesSlide" Target="/ppt/notesSlides/notesSlide11.xml" Id="R960d39cac006482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160141f254f46" /><Relationship Type="http://schemas.openxmlformats.org/officeDocument/2006/relationships/notesSlide" Target="/ppt/notesSlides/notesSlide12.xml" Id="R740a1444d24041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424170c874bd3" /><Relationship Type="http://schemas.openxmlformats.org/officeDocument/2006/relationships/notesSlide" Target="/ppt/notesSlides/notesSlide13.xml" Id="R1aefd726db444e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e5c0fbddc42f6" /><Relationship Type="http://schemas.openxmlformats.org/officeDocument/2006/relationships/notesSlide" Target="/ppt/notesSlides/notesSlide14.xml" Id="R86352f62e601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EA04E-CC39-4ED8-8E59-2BEBE26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VIBECODING LAB · ADVANCED 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E848F-75CE-46E2-95BB-018BE0DD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Build an AI coding</a:t>
            </a:r>
          </a:p>
          <a:p xmlns:a="http://schemas.openxmlformats.org/drawingml/2006/main">
            <a:pPr algn="l">
              <a:defRPr sz="52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agent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883B6-1CD2-4A7D-9159-C86C3EB1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1123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A1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3711CA-4C55-403B-B1F4-F82D5ADC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Inspect → plan → implement → debug → review → defend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4658A-4F53-45B9-84BD-0409AE16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Taskroom starter project</a:t>
            </a:r>
          </a:p>
        </p:txBody>
      </p:sp>
    </p:spTree>
    <p:extLst>
      <p:ext uri="{BB962C8B-B14F-4D97-AF65-F5344CB8AC3E}">
        <p14:creationId xmlns:p14="http://schemas.microsoft.com/office/powerpoint/2010/main" val="140262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4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D1D0A-5ABC-47DE-866F-025F492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TODAY’S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2A133-242D-4CF8-A8E7-4DE6FDE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 code is not the goal.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E9207-DB79-4E68-8B4F-D0F96495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Controlled, explainable, tested code 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8C23E-64DA-46F6-9A40-0C79BAB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E8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DE8E2"/>
                </a:solidFill>
                <a:latin typeface="Helvetica Neue"/>
                <a:ea typeface="Helvetica Neue"/>
                <a:cs typeface="Helvetica Neue"/>
              </a:rPr>
              <a:t>You will be rewarded for finding subtle failure—not for shipping the flashiest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6EF5-2101-4260-B941-BD225AF7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C1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C1B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53373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56489-DD8F-4C53-93F4-F1CBB90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THE CODEBASE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0074-FA67-47E6-BB04-72945559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Your starting point is intentionally incomplete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94C9A-705B-4F60-A0E2-101EA533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64c60eeef415e"/>
          <a:srcRect xmlns:a="http://schemas.openxmlformats.org/drawingml/2006/main" l="301" t="0" r="3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00200"/>
            <a:ext cx="6953250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0B20B-A6BB-4718-8D34-DEE66E18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Already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37295-DA5A-4878-9FF0-C5B4CA55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76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DD630-167C-4CB0-AAF9-AB39DF45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Create a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F8095-B6E0-4136-BBCF-4AF7B939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71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A6123-A4F2-40F9-B3B9-56EED9B8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Delete a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0FA2E1-EA8D-467A-A982-39614B9E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670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06834-2B3A-447B-8A9A-F0E1FF7D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Validate task titles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EF991-5719-4AFF-BAF0-73F89AB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814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Missing on purpose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5B2A1-B584-4E9B-B647-725973A3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333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Priority · deadlines · filters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persistence · overdue states</a:t>
            </a:r>
          </a:p>
        </p:txBody>
      </p:sp>
    </p:spTree>
    <p:extLst>
      <p:ext uri="{BB962C8B-B14F-4D97-AF65-F5344CB8AC3E}">
        <p14:creationId xmlns:p14="http://schemas.microsoft.com/office/powerpoint/2010/main" val="1934778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A1B553-B1C7-4462-81D2-32EFB3BF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TODAY’S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CB34B-0995-43D5-81B5-8F1896BC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The work moves through seven engineering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5BF7-A022-4E70-A42E-18B69A2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5828-0E28-4E99-B487-B4B73DF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A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90AE1-CECD-443A-B452-5E41CDA3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3C44E-8BAA-4DE1-BA96-C7E34BE3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2A9D3-F5CF-43C6-850F-1F8AE8E1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ACAEB-A0FA-49B2-A75E-322A1E6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Architecture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55E82-D0A7-482A-A3A1-99BA49A2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2479B-C1B9-4F87-9C8C-FE9C949E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F81FB-10CF-4D5D-A436-F317154F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A1CA7-7D1E-4CD2-B8B0-B9B6A50B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Tests +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6274D-C288-49BC-A46B-C3016E7D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F7F5E-2149-43AA-9316-1F4F88A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25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C5494-AB58-444B-8797-B3014203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FEF4B-D664-423F-954C-F33CFE7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Level 1 feature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C6683-D45B-4B3D-A7B5-FBE47B7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A5098-6DD2-4CCF-B2D3-5C5CB04A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01BBF-B9FA-4341-92C8-3E5FF1BE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Debug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EBB72-7664-4D91-B99E-8D7E46A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Injected failure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84E52-EA33-4C1F-8517-FDCE7FD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0718E-966B-443B-B90F-FBADC297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87FA8-3435-4397-BC69-491D7FF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AI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E74742-835A-4846-8616-324BA5B0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Fresh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9C4CA9-FBE7-4374-9D44-37F483DB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B9933-B639-443A-8443-0A27DC31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4C19A-CE43-471F-82B3-3D7FC177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45516-BE36-4CBB-9E40-35484DC3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Find the miss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528A9-8979-4191-A2FC-33DDD60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A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081BD-758F-48C7-9666-22994AA9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EDCBA-324B-4209-95B6-FA6BDF1E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14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F5F95D-6E95-492B-AD9C-15A727C9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171950"/>
            <a:ext cx="1314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Defend choices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E0A8A4-25E5-4A99-953B-A900416E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Plan before code. Review after tests. Human approval stays last.</a:t>
            </a:r>
          </a:p>
        </p:txBody>
      </p:sp>
    </p:spTree>
    <p:extLst>
      <p:ext uri="{BB962C8B-B14F-4D97-AF65-F5344CB8AC3E}">
        <p14:creationId xmlns:p14="http://schemas.microsoft.com/office/powerpoint/2010/main" val="19399511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35BC9-D030-4385-923B-4CFFE68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GATE 1 · RECONNAISSANCE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822BF-22A2-4A05-AB72-7955DD0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Inspect the system before proposing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7AEF-627A-414D-BD7C-538052E3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2EBAA-C104-413F-8EB7-9E5F56B3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Ask your agent to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E96CF1-5F76-4C55-BE75-DA1E81E3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28E1B-974D-43FE-9A57-DB2F2249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Runtime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2E81-32E6-46C6-AF9D-134C1A53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8800D-21AF-40A9-AC91-E9D8BB5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State and data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8C500-F49F-4018-AE67-1E3AA58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AD15C-5CF7-4EBD-A4A9-95236402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Existing domain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C55A0-6F07-4DA7-9F1D-BD474C0D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5D06-1466-45B5-8B16-D9A8CDE5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Test 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FA613-BCC7-4F32-A106-3352410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95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2CFFF-349F-4DFE-B6E2-CAE1025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Smallest likely change surface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62297-61CC-4434-954E-5FABC32B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51816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84C4C-537C-4D92-B6A1-80FB1D8B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002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Your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7E940-8B50-494C-9D6B-6F46F807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098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An architecture explanation with exact file references, risky areas, and explicit uncertainty.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4B491-4104-47C3-9286-C5F93B50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4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DF704-9DFE-4CBE-BBB9-62FA1BD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No edits yet.</a:t>
            </a:r>
          </a:p>
        </p:txBody>
      </p:sp>
    </p:spTree>
    <p:extLst>
      <p:ext uri="{BB962C8B-B14F-4D97-AF65-F5344CB8AC3E}">
        <p14:creationId xmlns:p14="http://schemas.microsoft.com/office/powerpoint/2010/main" val="187223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DBF8F-ADE8-42B5-A77D-22F4C965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GATE 2 ·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75640-1C0D-4681-9297-96E0C020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 useful plan names decisions—not just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D9BCA-B3CC-42C3-839A-AE7034ED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0759C-5CA4-45E3-99F0-6075D2D7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33C80-BD0A-4F3B-BB09-EB83E307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6A8AA-A167-4189-BFAF-2DBCAAD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Priority type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Deadline representation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Defaults for old tasks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04237-0A76-4372-BEAF-931EDB8D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BD318-E823-4815-AED9-99EAEB74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BCCE2-68A1-4D96-85B2-957F751B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Filter semantics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Overdue definition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Empty and error states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43957-F078-42B8-A431-C96192F6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8D106-CA2D-480E-9947-5DD42D97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8ADDA-766F-427A-A8F1-5B11A70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14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Unit tests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Failure modes</a:t>
            </a:r>
          </a:p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Regression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5C7FA-7356-4C1A-9094-17E493E3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E0011-FA79-4366-9615-185D741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The plan must include what happens when storage is missing, corrupt, or slow.</a:t>
            </a:r>
          </a:p>
        </p:txBody>
      </p:sp>
    </p:spTree>
    <p:extLst>
      <p:ext uri="{BB962C8B-B14F-4D97-AF65-F5344CB8AC3E}">
        <p14:creationId xmlns:p14="http://schemas.microsoft.com/office/powerpoint/2010/main" val="139491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9DCC1-273D-458B-9BB4-FDEE3110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BUILD ·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2D4AB-977B-4E7C-A1C5-D094094E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Level 1: make task urgency visible and usable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E3188-0238-44B1-A2AD-E63AC33B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1AB69-E35A-4255-8FF1-1077A43D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Required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B2B2-B0EA-4A3B-B1BB-F8A13D4B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99B08-9071-4567-8613-8A832CB2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Low / medium / high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9BD0D-638B-4AD9-8D5D-5D404EAF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61C3F-3A1D-4EDA-A786-7009D330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Optional deadline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5654DE-470B-47C6-8BC5-7D20E09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C324D-A106-4E04-8CD7-F8FFC7D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Filter by priority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74B83-DC0D-487C-9082-03E19F1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429AF-A24A-4E9E-AE34-5D52967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Clear overdue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2C0C3-2D33-448D-9ECC-52D3CEEF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7F9E0-7375-45B7-B24E-32380218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Tests for new domain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DDDB8-8EE1-44FA-A4BB-2A9C37F1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95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The trap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79077-6D80-4E70-A413-95FDD303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0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 feature can look right and still be wrong at the boundaries.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B8C97-325A-4B7E-808F-CC3C442E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38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4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15817-4A77-4870-B25C-ECCB3A5A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286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Probe empty values, long titles, deadline equality, timezone assumptions, and deleting while filtered.</a:t>
            </a:r>
          </a:p>
        </p:txBody>
      </p:sp>
    </p:spTree>
    <p:extLst>
      <p:ext uri="{BB962C8B-B14F-4D97-AF65-F5344CB8AC3E}">
        <p14:creationId xmlns:p14="http://schemas.microsoft.com/office/powerpoint/2010/main" val="1986907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FF48E9-02E1-4D82-9B91-E877717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BUILD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51BD1-936B-4417-A713-D77F47DA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Level 2: persistence is a failure-mode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84C97-7CD1-4B07-9C65-3A4DC3FB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63018-105A-4DA4-A99C-E031549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Choose one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530EC-70E3-4449-BA36-0EA59F3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Local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33239-692E-4DA5-B18C-5F62DC0D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479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Fastest route. Handle parse errors and stale schema.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C128-8BE3-475D-B5F9-63DFCACC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4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8826A-2FC1-4018-95E2-D8A8B4C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Local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1BF5F-C52D-4854-B610-945378A5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290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Define async loading, writes, and server failure.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5C50E-801E-4774-AD05-79020A6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29100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4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1623C7-3F2A-4A6B-964E-FEE340B1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Hosted database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FBDE2-8644-44CC-9483-469CADEE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Handle credentials, latency, and unavailable network.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EF345-54A7-4807-A18C-97D3D0E2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773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C4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4EEAD-864B-4A82-BB1A-F68D11A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6479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0ABE7-EE07-49D2-BCAF-F46B20E2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95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Refresh is</a:t>
            </a:r>
          </a:p>
          <a:p xmlns:a="http://schemas.openxmlformats.org/drawingml/2006/main">
            <a:pPr algn="l">
              <a:defRPr sz="28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not enough.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8A1E7-8983-485A-B594-178926EE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0383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Explain data ownership, migration, and degraded behavior.</a:t>
            </a:r>
          </a:p>
        </p:txBody>
      </p:sp>
    </p:spTree>
    <p:extLst>
      <p:ext uri="{BB962C8B-B14F-4D97-AF65-F5344CB8AC3E}">
        <p14:creationId xmlns:p14="http://schemas.microsoft.com/office/powerpoint/2010/main" val="163701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5AF9B-9B77-403F-A030-370DD9BD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BUILD · AGENTIC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E094A-8491-4BED-822B-DEEF9AF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Level 3: separate roles so review has teeth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DD4FF-FC7D-447A-9754-358548CB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F03BE-E6A6-486F-9013-71F9CE62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105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A4660-B24B-45B6-ADFA-5B34FEC5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05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800B2-93CC-454A-9F1F-BA58A9D9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2E47-F2EE-4F0E-8839-52636C2D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05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A8B1E-B8CD-45B0-8C60-F104D1D1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05150"/>
            <a:ext cx="4572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C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12A79-8BD1-46C5-A43D-58716A30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7F494-B88A-4220-9003-C36D0151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ECE2F-7EF2-4577-8CEE-032C7AAA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84CB5-401A-4235-968A-3782583F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CEFD6-73A1-423C-9C6E-81CBEC0B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4BBC5-73EC-45A6-8733-22E7BEFB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Implement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D67B2-000D-4A3C-AD43-A345A9D4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ABAEA-AF15-4D9E-8C53-25DD1436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Test / lint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64E03-C690-404B-890A-346E95C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CB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5255-9AF6-483B-B020-B56E32A2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Reviewer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0FBCF-06DB-4466-808F-BEDDD8F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1295400" cy="12954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DD573-4C22-44AA-904C-760B5AA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337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 + approve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F6353-09D2-4963-8A09-4AAEDAD7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Fresh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4A9A5-095F-46A7-B7CF-263F76F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904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Give the reviewer requirements + diff + check output—not the implementer’s reasoning.</a:t>
            </a:r>
          </a:p>
        </p:txBody>
      </p:sp>
    </p:spTree>
    <p:extLst>
      <p:ext uri="{BB962C8B-B14F-4D97-AF65-F5344CB8AC3E}">
        <p14:creationId xmlns:p14="http://schemas.microsoft.com/office/powerpoint/2010/main" val="508520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4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6271-6273-4BE2-9BFA-9BCA289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THE NON-NEGOTIABLE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CDB83-A73C-4EC0-AF23-A891B9B6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 not accept code you cannot defend.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3911A-1250-48F3-A9B3-135B4FA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EA97-B124-4EFD-8C52-99883ED7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is this file changing?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11849-04E5-4B1F-8784-962F3F7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76420-8290-4278-BA2F-09D3D828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76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does this function do?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99F92-6E10-46B2-B010-428D06D9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593626-6BFB-403A-A8F0-A5460CB1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assumptions did the agent make?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9CD07-098C-42CB-BCA4-7B224D4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A74DE-69F3-45A7-9724-F825E86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19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How could this break?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135752-7A46-423F-A1A0-2386F5C5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E3459-4F0F-49FE-81C3-72D974A1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there unnecessary complexity?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CF84D-3A2D-4B8D-9EED-611604AD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386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BF3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96C8E-DD96-4A68-B99B-1A849BC2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62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How would you test it?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677E9-CB21-4890-970B-7BFA27B7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C1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C1B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3062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13253-D308-48E8-9AEF-D1532677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GATE 4 ·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6F0A-EFAD-4AF1-B219-FD03B9D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Deleting one task can remove another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E4470-8A22-412F-898E-6872AF68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25EF0-286B-4942-B446-05C82CE6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0490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F0D0A-E1D1-420E-9AE6-E316EFA9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Reported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ABB66-0364-44AE-ACC4-3A721AA0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Delete a starter task → add a new task → later delete the new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FAD54-12D1-4BCE-B9AD-CBC29D6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A7BEC-19A2-4482-AA9B-C9341DE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Reproduce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3189A-8616-49A7-B569-034EFED0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Do not trust the wording.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3BCF5-F2C5-4490-BDC4-F9E1BC51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6FCC5-C345-4302-AD1E-8298FF32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Collect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7D08D-65DB-475A-9CB3-18A3D59B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624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Inspect identity and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093C6-5089-45E5-8DE5-1BD1E077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B56BA-179B-42CB-9518-79AC4237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Explain root 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0E287-DE14-4675-A916-BBB6258B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Name the broken invariant.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E8727-6C75-4602-A601-BBEB35E0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D09F3-6384-4A52-9BD6-9EA64FA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481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Add regression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6B9BD-A415-454C-A9C2-061C7CDE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Then fix the code.</a:t>
            </a:r>
          </a:p>
        </p:txBody>
      </p:sp>
    </p:spTree>
    <p:extLst>
      <p:ext uri="{BB962C8B-B14F-4D97-AF65-F5344CB8AC3E}">
        <p14:creationId xmlns:p14="http://schemas.microsoft.com/office/powerpoint/2010/main" val="11607643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839B5C-9DDD-4D81-817C-12C56578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GATE 5 · AI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3B15D-0204-488A-91F0-15104AE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The second AI reviews evidence, not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EC91D-6FD7-4D23-BD12-9308FCBA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78956-F0EA-4F31-ACB6-66103BDD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Give the reviewer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54D71-7D40-4393-A4F3-526DAA6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4F61D-A07C-4C4B-8D05-CC4E7D3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C961B-7748-4C1D-A18A-6673556A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5C134-A42F-43FB-9DE4-702F5CF5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Final diff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2F753-8C80-44CC-9C0E-3EA9E83D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290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52F9-CAD1-4F48-8D2D-B4B3CD6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Test + lint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9C36C-DAA7-49B8-8FD0-9AB1CDC7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92647-4A91-495B-9301-0370FAE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Known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BA8EF4-2CAA-45A2-AC28-FCFDC2B4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Ask it to hunt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02B2A-5B20-4699-B516-98AFDB6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D18D1-F184-41DC-A922-6389F319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050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Correctness gaps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3AC22-139A-4406-B6DB-4DD76AAC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7E944-8711-462D-A517-4D7A5B8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Date / timezone 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5E691-F85B-494D-B350-258E7FAC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14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6040B-C436-422E-986B-F591BE9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Accessibility regressions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58AA7-C831-48B5-B5DA-260E059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86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517784-712B-42E8-BE30-CA8AFD9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Data loss and stale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02FFF9-7EDE-4F22-9080-512DCBDD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57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1EB23-C2E3-4FFD-BAB6-69062243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910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Weak tests or needless abstraction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C460E-86AA-4E10-BA07-A463C83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Every finding gets fixed—or rejected with a reason.</a:t>
            </a:r>
          </a:p>
        </p:txBody>
      </p:sp>
    </p:spTree>
    <p:extLst>
      <p:ext uri="{BB962C8B-B14F-4D97-AF65-F5344CB8AC3E}">
        <p14:creationId xmlns:p14="http://schemas.microsoft.com/office/powerpoint/2010/main" val="1224331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26209-A8A3-4CE9-8241-A0E95085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GATES 6–7 · HUMAN REVIEW +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0AB58-AE22-4E13-A663-74F78F62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Close the AI tabs. Now find what both missed.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9BC68-207C-4AC6-B6FB-4787E8E5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BCFF8-12A8-45D8-8B8D-73ABFAF3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50482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4DB8-50E3-47CE-8757-0497608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Human-only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DA595-4D21-48FE-AA9E-2BF6633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019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Read the diff. Exercise edge cases. Challenge defaults. Look for needless abstractions and behavior no test proves.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E3E07-69BD-4271-B108-63CF594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4019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07545"/>
                </a:solidFill>
                <a:latin typeface="Helvetica Neue"/>
                <a:ea typeface="Helvetica Neue"/>
                <a:cs typeface="Helvetica Neue"/>
              </a:rPr>
              <a:t>Record one issue both AIs missed.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93B42-3FD5-4D6F-9625-BDA04610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Demo in 3 moves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05559-FEF6-49B6-AADE-EEB54F2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BC0C8-8BEF-4825-ACA8-958CA69A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765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Show the 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9A9D9-716E-477E-BFC3-B5AC9173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985D4-D721-4B9A-A536-035A85B2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Recreate the 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D88FD-C12A-410E-989C-604929B0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02936-F6DD-4D88-8EB5-EB6621A4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57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Defend the final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D7D7A-450E-4AAB-B66E-B644162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Tests passing is the floor—not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558181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7E7C2-A45F-4C0A-A4CD-C0F3610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FINAL LIGHTNING 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BAA26-9454-4608-9065-FDFABF07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What was the most convincing mistake your AI made?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056EE-C89B-4426-A725-3F963FEF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619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F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C5926-1EE0-46E0-BCEF-755C357E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60 sec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F292C-6C34-44D8-B807-3D220EF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1A17"/>
                </a:solidFill>
                <a:latin typeface="Helvetica Neue"/>
                <a:ea typeface="Helvetica Neue"/>
                <a:cs typeface="Helvetica Neue"/>
              </a:rPr>
              <a:t>Win on subtlety, specificity, and how you detected it—not presentation polish.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1B161-34A3-445B-86BD-0F28AFB6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1A1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5BFD5-2CC4-4666-9D2D-19F733CE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4F3C"/>
                </a:solidFill>
                <a:latin typeface="Helvetica Neue"/>
                <a:ea typeface="Helvetica Neue"/>
                <a:cs typeface="Helvetica Neue"/>
              </a:rPr>
              <a:t>Advanced vibecoding = control, evaluate, orchestrate.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97D7D-DE16-480B-B7F7-94BB1A44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6E69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8688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2026-08-26T08:06:44.3810000Z</dcterms:created>
  <dcterms:modified xsi:type="dcterms:W3CDTF">2026-08-26T08:06:44.3810000Z</dcterms:modified>
</coreProperties>
</file>